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8" r:id="rId3"/>
    <p:sldId id="279" r:id="rId4"/>
    <p:sldId id="275" r:id="rId5"/>
    <p:sldId id="270" r:id="rId6"/>
    <p:sldId id="274" r:id="rId7"/>
    <p:sldId id="272" r:id="rId8"/>
    <p:sldId id="273" r:id="rId9"/>
    <p:sldId id="280" r:id="rId10"/>
    <p:sldId id="282" r:id="rId11"/>
    <p:sldId id="283" r:id="rId12"/>
    <p:sldId id="284" r:id="rId13"/>
    <p:sldId id="285" r:id="rId14"/>
    <p:sldId id="286" r:id="rId15"/>
    <p:sldId id="287" r:id="rId16"/>
    <p:sldId id="276" r:id="rId17"/>
    <p:sldId id="288" r:id="rId18"/>
    <p:sldId id="289" r:id="rId19"/>
    <p:sldId id="277" r:id="rId20"/>
    <p:sldId id="281" r:id="rId21"/>
    <p:sldId id="290" r:id="rId22"/>
    <p:sldId id="291" r:id="rId2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99AE0-7EE4-44D4-A17A-7D48813CC677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25523-E87F-45A7-ACC4-BF3F72FCC26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890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ED7583-ED9D-4A3E-9EFF-CBFEA7C05328}" type="slidenum">
              <a:rPr kumimoji="0" lang="th-T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rdia New" panose="020B0304020202020204" pitchFamily="34" charset="-3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th-T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7548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E8C2-9139-C5D9-F2BF-3031CD210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0F76D-DDE2-15AF-6B22-E542E191D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41C40-F14A-9372-18B7-F397A2CB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7F6D-8110-E56A-861B-19FF5133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A9D5F-440D-65CB-E0B4-1E50CDD5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213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B730-2CCF-03D9-3FB1-90D51E8A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0BF24-54EF-3F9C-898E-E6363DC2E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F5B25-7A8D-ECC5-F36D-C3013161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2046F-6FAE-5B1E-BFDA-ECE624B3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3C2F2-7656-4D5F-63D8-CD2C048D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088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4B48-53A4-FA76-7C83-4864E2DD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FE1B7-B80E-BA58-41A5-4461BF714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EBD95-69E0-404E-0E1E-322BA490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13290-6909-D24B-DAC2-76BA0DCD5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A7665-AC38-60A4-F688-8921A8EF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52127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565E-0E56-A2CD-D959-BB8E3DF1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E938-3D11-9CD8-3C52-1833B8656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5A6AB-5D53-453A-ACD4-6DA23E31B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2871E-A289-EDD6-4F8E-5424BC66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AC9C3-99F3-C712-16E9-1F51BAC2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E194-8563-D87A-73E5-2370EEBF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296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B4AD-23AE-6BDA-4174-AB10767A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12216-F4A7-C903-F76F-B601C973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CEB87-4BD9-124A-AFB0-1C53AB11F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56E05-9F7C-FB7F-C24D-6D6DFC340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63D61-9A39-CC69-AC8D-429693157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9D85C-B47C-A1E8-69D5-E6ACDD69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FCEFA-30DD-E5B5-D473-AE877977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0D531A-A647-400F-DDB0-6A1DE0EE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4640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1CE0-BCE2-7CC3-41CA-9AFE2950C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7FE3A-70FB-140C-C0D8-1F46A342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E39DF-398D-9892-46D2-C1F1C308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F9039-AFF5-7B53-8355-2A900CE8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926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06D5E-9291-6A1D-017E-EB99459C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27D27-B7BB-4A83-90D6-1AB313C7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25CA2-37D0-7D12-18F4-351C7AC3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  <p:pic>
        <p:nvPicPr>
          <p:cNvPr id="5" name="Picture 6" descr="Javascript logo">
            <a:extLst>
              <a:ext uri="{FF2B5EF4-FFF2-40B4-BE49-F238E27FC236}">
                <a16:creationId xmlns:a16="http://schemas.microsoft.com/office/drawing/2014/main" id="{648BC737-696E-0E99-9183-50138B23BD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179" y="376568"/>
            <a:ext cx="1050621" cy="113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84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A2A1-E5D6-E3EB-B7B0-46B94195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83D4-1C18-705F-F96D-4BD19BBF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842A8-B725-BBDD-B64B-725EA0CFC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524FC-6373-B159-8768-0A246C92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7F775-7888-5B56-4A1F-FCCEDF8A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BDDF1-8B4B-845D-57FA-1E01711B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564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B0CE-9F93-7B7F-88BD-69B597AC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7B6879-713E-7A2C-D4B7-8B1A75D34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C9C82-EC67-EC7E-727D-0BCBB29B9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ED578-4384-FF2F-7C0B-4A72FB9E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1AAF9-4B28-44FF-DD6F-5D471FCF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943AE-0519-CEC0-FEDB-299C4921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8676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D01F-FDEE-3864-EFA8-CA946B14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F7B54-512E-6363-4CE6-DA20EF504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457D-284E-FF2B-F17E-4085097A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16685-BFAB-5354-C9A2-5AE9155D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CE70B-2E1D-03BC-66C0-0E09AF0A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439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AAA23-604D-9A20-F62D-E95B40C172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33782-A41D-2BAF-96C5-7E0A0D843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EC82A-78FF-FA2D-1833-87163248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4A446-C308-A978-4F3C-B167D74E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E9874-F868-5D0D-74DC-A065D06D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819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E71F1-BBC5-4AD4-F467-F5D582D4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9C6D8-E9CB-0551-D129-FAAC383E1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B8171-3067-2CF6-419E-F9F2652B5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0A82F-64F0-4159-8406-70A3A656AF0D}" type="datetimeFigureOut">
              <a:rPr lang="th-TH" smtClean="0"/>
              <a:t>26/02/69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B1EBB-861C-0CBD-4CA8-7493E7590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BF42-0536-FA56-63A9-67B6AA63C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58CB0-274D-4AAC-9B7A-95039DEB758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6860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Javascript logo">
            <a:extLst>
              <a:ext uri="{FF2B5EF4-FFF2-40B4-BE49-F238E27FC236}">
                <a16:creationId xmlns:a16="http://schemas.microsoft.com/office/drawing/2014/main" id="{C7737B2B-036A-C135-3E4E-7EAF8074E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179" y="1624343"/>
            <a:ext cx="3824520" cy="413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8635B3-AFE4-9CF0-40E4-2411FD684917}"/>
              </a:ext>
            </a:extLst>
          </p:cNvPr>
          <p:cNvSpPr txBox="1"/>
          <p:nvPr/>
        </p:nvSpPr>
        <p:spPr>
          <a:xfrm>
            <a:off x="5559669" y="2437632"/>
            <a:ext cx="5473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6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ประเด็น</a:t>
            </a:r>
            <a:r>
              <a:rPr kumimoji="0" lang="th-TH" sz="6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ที่ควรรู้</a:t>
            </a:r>
          </a:p>
        </p:txBody>
      </p:sp>
    </p:spTree>
    <p:extLst>
      <p:ext uri="{BB962C8B-B14F-4D97-AF65-F5344CB8AC3E}">
        <p14:creationId xmlns:p14="http://schemas.microsoft.com/office/powerpoint/2010/main" val="389538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CFB28-4686-B7DE-6CA3-4AEDA7C18D27}"/>
              </a:ext>
            </a:extLst>
          </p:cNvPr>
          <p:cNvSpPr txBox="1"/>
          <p:nvPr/>
        </p:nvSpPr>
        <p:spPr>
          <a:xfrm>
            <a:off x="420800" y="237400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console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1BD2BD-2C32-F018-7E4A-E89A6FDACC0C}"/>
              </a:ext>
            </a:extLst>
          </p:cNvPr>
          <p:cNvSpPr/>
          <p:nvPr/>
        </p:nvSpPr>
        <p:spPr>
          <a:xfrm>
            <a:off x="2262712" y="20763"/>
            <a:ext cx="12891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F12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4ECCC-C447-B7AA-5AF2-15F17D88A14C}"/>
              </a:ext>
            </a:extLst>
          </p:cNvPr>
          <p:cNvSpPr txBox="1"/>
          <p:nvPr/>
        </p:nvSpPr>
        <p:spPr>
          <a:xfrm>
            <a:off x="695841" y="1082296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.log()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4164C-0692-91AA-D5C3-9EB7017088B6}"/>
              </a:ext>
            </a:extLst>
          </p:cNvPr>
          <p:cNvSpPr txBox="1"/>
          <p:nvPr/>
        </p:nvSpPr>
        <p:spPr>
          <a:xfrm>
            <a:off x="928924" y="1497326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.info()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665DA-1D8B-ED9E-DFA4-29A98CDC3FA7}"/>
              </a:ext>
            </a:extLst>
          </p:cNvPr>
          <p:cNvSpPr txBox="1"/>
          <p:nvPr/>
        </p:nvSpPr>
        <p:spPr>
          <a:xfrm>
            <a:off x="1162007" y="1911763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.warn()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32A6B-D5B0-8ABF-B967-FC672BFDFD6C}"/>
              </a:ext>
            </a:extLst>
          </p:cNvPr>
          <p:cNvSpPr txBox="1"/>
          <p:nvPr/>
        </p:nvSpPr>
        <p:spPr>
          <a:xfrm>
            <a:off x="1395090" y="2326200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40000"/>
                    <a:lumOff val="6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.error()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F3618-E748-6452-7532-E5088F7D6EE5}"/>
              </a:ext>
            </a:extLst>
          </p:cNvPr>
          <p:cNvSpPr txBox="1"/>
          <p:nvPr/>
        </p:nvSpPr>
        <p:spPr>
          <a:xfrm>
            <a:off x="1628173" y="2740637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20000"/>
                    <a:lumOff val="8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.debug()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20000"/>
                  <a:lumOff val="8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34E2F4-8A3F-F4F4-3ECE-2AD34242A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847" y="1332190"/>
            <a:ext cx="3054130" cy="1895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925338-3B4C-3224-A72B-D1DDC54A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52" y="4383312"/>
            <a:ext cx="3218844" cy="1160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6AD9AA-ACCB-09B7-AF99-C9AC13999E73}"/>
              </a:ext>
            </a:extLst>
          </p:cNvPr>
          <p:cNvSpPr txBox="1"/>
          <p:nvPr/>
        </p:nvSpPr>
        <p:spPr>
          <a:xfrm>
            <a:off x="470562" y="3817030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.table()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E816FE-EEA9-334D-24F7-58901C7751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578" b="34068"/>
          <a:stretch>
            <a:fillRect/>
          </a:stretch>
        </p:blipFill>
        <p:spPr>
          <a:xfrm>
            <a:off x="556653" y="5630996"/>
            <a:ext cx="3218843" cy="10922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8C439C-67BA-4D89-BAC7-A92A39A82F02}"/>
              </a:ext>
            </a:extLst>
          </p:cNvPr>
          <p:cNvSpPr txBox="1"/>
          <p:nvPr/>
        </p:nvSpPr>
        <p:spPr>
          <a:xfrm>
            <a:off x="4047199" y="3816906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.group()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3FE315-7393-4E91-C572-F276158B0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834" y="4368303"/>
            <a:ext cx="3675977" cy="11939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E2768E-DF79-CD9F-F677-87A0B884CA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287" b="19608"/>
          <a:stretch>
            <a:fillRect/>
          </a:stretch>
        </p:blipFill>
        <p:spPr>
          <a:xfrm>
            <a:off x="4120834" y="5767072"/>
            <a:ext cx="3705225" cy="8915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EC9D50-D7FC-03A3-ACFA-B60876235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438" y="4368303"/>
            <a:ext cx="3543300" cy="7429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1B7D210-DFE4-EB18-97EC-1886C38DC263}"/>
              </a:ext>
            </a:extLst>
          </p:cNvPr>
          <p:cNvSpPr txBox="1"/>
          <p:nvPr/>
        </p:nvSpPr>
        <p:spPr>
          <a:xfrm>
            <a:off x="7990438" y="3816905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.time()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A19D81-71EF-91FD-11B7-0120B22D0E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292" y="5762907"/>
            <a:ext cx="3551900" cy="4142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12017DE-2A53-87A8-A402-9F8E504134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533" y="1733405"/>
            <a:ext cx="3993139" cy="7130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44DF69D-0296-43F2-F490-3AC8D00910CF}"/>
              </a:ext>
            </a:extLst>
          </p:cNvPr>
          <p:cNvSpPr txBox="1"/>
          <p:nvPr/>
        </p:nvSpPr>
        <p:spPr>
          <a:xfrm>
            <a:off x="7508560" y="1224684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.assert()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F7D2235-E2BF-0450-CB96-6CE7AB84E7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5532" y="2671770"/>
            <a:ext cx="3965877" cy="56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66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FD7B88D-DF21-F77B-05E2-7B523BB301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333500"/>
            <a:ext cx="10477500" cy="419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5136C8-78F8-DCAD-4EE2-71171B1D005A}"/>
              </a:ext>
            </a:extLst>
          </p:cNvPr>
          <p:cNvSpPr txBox="1"/>
          <p:nvPr/>
        </p:nvSpPr>
        <p:spPr>
          <a:xfrm>
            <a:off x="635977" y="512116"/>
            <a:ext cx="3302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Script </a:t>
            </a:r>
            <a:r>
              <a:rPr lang="th-TH" sz="2400" dirty="0">
                <a:solidFill>
                  <a:prstClr val="black"/>
                </a:solidFill>
                <a:latin typeface="Kanit" pitchFamily="2" charset="-34"/>
                <a:cs typeface="Kanit" pitchFamily="2" charset="-34"/>
              </a:rPr>
              <a:t>วางตรงไหนได้บ้าง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37CBC2-31C6-F336-9161-AC736A8EAB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8" y="5752802"/>
            <a:ext cx="4806461" cy="582831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4EE09A-9A28-806D-8708-29576B5CA10A}"/>
              </a:ext>
            </a:extLst>
          </p:cNvPr>
          <p:cNvSpPr>
            <a:spLocks/>
          </p:cNvSpPr>
          <p:nvPr/>
        </p:nvSpPr>
        <p:spPr>
          <a:xfrm>
            <a:off x="1222131" y="4659568"/>
            <a:ext cx="4070838" cy="413238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3EF234-A26A-E284-3B89-07EB9122AF09}"/>
              </a:ext>
            </a:extLst>
          </p:cNvPr>
          <p:cNvSpPr/>
          <p:nvPr/>
        </p:nvSpPr>
        <p:spPr>
          <a:xfrm>
            <a:off x="3808533" y="2039494"/>
            <a:ext cx="5713535" cy="237714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EFA3EA-31CE-C6D8-4178-6D0DBBBD4BE8}"/>
              </a:ext>
            </a:extLst>
          </p:cNvPr>
          <p:cNvSpPr/>
          <p:nvPr/>
        </p:nvSpPr>
        <p:spPr>
          <a:xfrm>
            <a:off x="1459523" y="3612251"/>
            <a:ext cx="5882054" cy="687598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106BB8-5DAF-4A01-C37B-0A78BD6E9FE3}"/>
              </a:ext>
            </a:extLst>
          </p:cNvPr>
          <p:cNvSpPr txBox="1"/>
          <p:nvPr/>
        </p:nvSpPr>
        <p:spPr>
          <a:xfrm flipH="1">
            <a:off x="8913934" y="2317712"/>
            <a:ext cx="45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6600"/>
                </a:solidFill>
              </a:rPr>
              <a:t>1</a:t>
            </a:r>
            <a:endParaRPr lang="th-TH" dirty="0">
              <a:solidFill>
                <a:srgbClr val="FF66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EF41F-D47F-45D1-3C91-132CE543173A}"/>
              </a:ext>
            </a:extLst>
          </p:cNvPr>
          <p:cNvSpPr txBox="1"/>
          <p:nvPr/>
        </p:nvSpPr>
        <p:spPr>
          <a:xfrm flipH="1">
            <a:off x="6774504" y="3167390"/>
            <a:ext cx="45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2</a:t>
            </a:r>
            <a:endParaRPr lang="th-TH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E29CE2-F91C-37FB-AAFB-DE89AC71817F}"/>
              </a:ext>
            </a:extLst>
          </p:cNvPr>
          <p:cNvSpPr txBox="1"/>
          <p:nvPr/>
        </p:nvSpPr>
        <p:spPr>
          <a:xfrm flipH="1">
            <a:off x="5292969" y="4555959"/>
            <a:ext cx="45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  <a:endParaRPr lang="th-TH" dirty="0">
              <a:solidFill>
                <a:srgbClr val="00B05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4D343A-4F37-4472-F269-5DD4B87BE080}"/>
              </a:ext>
            </a:extLst>
          </p:cNvPr>
          <p:cNvCxnSpPr>
            <a:endCxn id="8" idx="0"/>
          </p:cNvCxnSpPr>
          <p:nvPr/>
        </p:nvCxnSpPr>
        <p:spPr>
          <a:xfrm>
            <a:off x="3118338" y="5079179"/>
            <a:ext cx="1" cy="673623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468EC8-8713-99C6-5CEF-8CA5F59A9FD0}"/>
              </a:ext>
            </a:extLst>
          </p:cNvPr>
          <p:cNvSpPr txBox="1"/>
          <p:nvPr/>
        </p:nvSpPr>
        <p:spPr>
          <a:xfrm>
            <a:off x="4279656" y="512116"/>
            <a:ext cx="3149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2000" dirty="0">
                <a:solidFill>
                  <a:srgbClr val="00B0F0"/>
                </a:solidFill>
                <a:latin typeface="Courier New" panose="02070309020205020404" pitchFamily="49" charset="0"/>
              </a:rPr>
              <a:t>TestScript.html</a:t>
            </a:r>
          </a:p>
        </p:txBody>
      </p:sp>
      <p:pic>
        <p:nvPicPr>
          <p:cNvPr id="22" name="Picture 6" descr="Javascript logo">
            <a:extLst>
              <a:ext uri="{FF2B5EF4-FFF2-40B4-BE49-F238E27FC236}">
                <a16:creationId xmlns:a16="http://schemas.microsoft.com/office/drawing/2014/main" id="{73430314-214A-29D1-804E-E77084EA3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179" y="376568"/>
            <a:ext cx="1050621" cy="113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60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B3608-8F48-C6E6-51AE-7F9BF241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94" y="732875"/>
            <a:ext cx="4306222" cy="5392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5A903C-7C40-09FC-8641-87A3E0DA0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381" y="3277698"/>
            <a:ext cx="4086225" cy="1209675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34D5A5E5-B41A-FA68-B111-8817C8A3715A}"/>
              </a:ext>
            </a:extLst>
          </p:cNvPr>
          <p:cNvSpPr/>
          <p:nvPr/>
        </p:nvSpPr>
        <p:spPr>
          <a:xfrm>
            <a:off x="2501505" y="1858108"/>
            <a:ext cx="3478825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AB3BB9C0-7031-A92E-C9F7-01B3E3E4B56B}"/>
              </a:ext>
            </a:extLst>
          </p:cNvPr>
          <p:cNvSpPr/>
          <p:nvPr/>
        </p:nvSpPr>
        <p:spPr>
          <a:xfrm>
            <a:off x="2501505" y="3172191"/>
            <a:ext cx="3478825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39E05537-6D23-5562-12AA-403E973504C3}"/>
              </a:ext>
            </a:extLst>
          </p:cNvPr>
          <p:cNvSpPr/>
          <p:nvPr/>
        </p:nvSpPr>
        <p:spPr>
          <a:xfrm>
            <a:off x="2501505" y="4267200"/>
            <a:ext cx="3478825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6D464067-FAC0-EB42-D5C1-75F1AA2523AD}"/>
              </a:ext>
            </a:extLst>
          </p:cNvPr>
          <p:cNvSpPr/>
          <p:nvPr/>
        </p:nvSpPr>
        <p:spPr>
          <a:xfrm>
            <a:off x="2509931" y="5196162"/>
            <a:ext cx="3478825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E3450CD-06B7-8AAA-A4F4-CA6DA0C0F68C}"/>
              </a:ext>
            </a:extLst>
          </p:cNvPr>
          <p:cNvSpPr/>
          <p:nvPr/>
        </p:nvSpPr>
        <p:spPr>
          <a:xfrm>
            <a:off x="6096000" y="1858108"/>
            <a:ext cx="313592" cy="188558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CEF5D48-C7FC-FFF2-90E5-CF53BD178EFF}"/>
              </a:ext>
            </a:extLst>
          </p:cNvPr>
          <p:cNvSpPr/>
          <p:nvPr/>
        </p:nvSpPr>
        <p:spPr>
          <a:xfrm>
            <a:off x="6096000" y="4138247"/>
            <a:ext cx="313592" cy="188558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4B69D-3860-79DA-09F1-D7EB67FB5864}"/>
              </a:ext>
            </a:extLst>
          </p:cNvPr>
          <p:cNvSpPr txBox="1"/>
          <p:nvPr/>
        </p:nvSpPr>
        <p:spPr>
          <a:xfrm>
            <a:off x="6525262" y="2570066"/>
            <a:ext cx="865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Error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5FB505-7DB4-0EAF-43D7-24A1C6790B37}"/>
              </a:ext>
            </a:extLst>
          </p:cNvPr>
          <p:cNvSpPr txBox="1"/>
          <p:nvPr/>
        </p:nvSpPr>
        <p:spPr>
          <a:xfrm>
            <a:off x="6516836" y="4850205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OK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5348B-0EBC-DA39-5B3E-266A21FE688F}"/>
              </a:ext>
            </a:extLst>
          </p:cNvPr>
          <p:cNvSpPr txBox="1"/>
          <p:nvPr/>
        </p:nvSpPr>
        <p:spPr>
          <a:xfrm>
            <a:off x="7282409" y="1605249"/>
            <a:ext cx="34905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Script </a:t>
            </a:r>
            <a:r>
              <a:rPr kumimoji="0" lang="th-TH" sz="3600" b="0" i="0" u="none" strike="noStrike" kern="1200" cap="none" spc="0" normalizeH="0" baseline="0" noProof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กับ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HTML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sequential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85A9F9-6499-89D3-85EC-6A7FF23F31D2}"/>
              </a:ext>
            </a:extLst>
          </p:cNvPr>
          <p:cNvSpPr txBox="1"/>
          <p:nvPr/>
        </p:nvSpPr>
        <p:spPr>
          <a:xfrm>
            <a:off x="6958233" y="338011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TestPosition.html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35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64A3A-FEE9-CEB2-15D1-4BE2EC9CE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3" y="752108"/>
            <a:ext cx="8229600" cy="570547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9974CF-5105-F54E-69C0-73A9BF38CF59}"/>
              </a:ext>
            </a:extLst>
          </p:cNvPr>
          <p:cNvSpPr/>
          <p:nvPr/>
        </p:nvSpPr>
        <p:spPr>
          <a:xfrm>
            <a:off x="4035669" y="879231"/>
            <a:ext cx="4431323" cy="5354515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F6D623-5157-B1B2-23D1-7BFAAAA155CB}"/>
              </a:ext>
            </a:extLst>
          </p:cNvPr>
          <p:cNvSpPr/>
          <p:nvPr/>
        </p:nvSpPr>
        <p:spPr>
          <a:xfrm>
            <a:off x="1820007" y="5442438"/>
            <a:ext cx="2136531" cy="787277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650F4A68-78E2-994A-8086-3B4D295F8390}"/>
              </a:ext>
            </a:extLst>
          </p:cNvPr>
          <p:cNvSpPr/>
          <p:nvPr/>
        </p:nvSpPr>
        <p:spPr>
          <a:xfrm>
            <a:off x="1667607" y="628285"/>
            <a:ext cx="2136531" cy="5477607"/>
          </a:xfrm>
          <a:prstGeom prst="mathMultiply">
            <a:avLst>
              <a:gd name="adj1" fmla="val 6236"/>
            </a:avLst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864AE4-15E4-BABD-9F4E-F0B8501CD8F0}"/>
              </a:ext>
            </a:extLst>
          </p:cNvPr>
          <p:cNvSpPr txBox="1"/>
          <p:nvPr/>
        </p:nvSpPr>
        <p:spPr>
          <a:xfrm>
            <a:off x="9059008" y="1839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การประกาศ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ตัวแปร</a:t>
            </a:r>
          </a:p>
        </p:txBody>
      </p:sp>
    </p:spTree>
    <p:extLst>
      <p:ext uri="{BB962C8B-B14F-4D97-AF65-F5344CB8AC3E}">
        <p14:creationId xmlns:p14="http://schemas.microsoft.com/office/powerpoint/2010/main" val="373784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BD0CA5-338F-9932-E962-51EC5370D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94" y="1363174"/>
            <a:ext cx="7236541" cy="4272696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FC11F49D-AA44-405C-3739-7BA0C5CDB028}"/>
              </a:ext>
            </a:extLst>
          </p:cNvPr>
          <p:cNvSpPr/>
          <p:nvPr/>
        </p:nvSpPr>
        <p:spPr>
          <a:xfrm>
            <a:off x="4668714" y="3499522"/>
            <a:ext cx="3490547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7C87C-D45D-D791-6900-DD58602C789F}"/>
              </a:ext>
            </a:extLst>
          </p:cNvPr>
          <p:cNvSpPr txBox="1"/>
          <p:nvPr/>
        </p:nvSpPr>
        <p:spPr>
          <a:xfrm>
            <a:off x="8366835" y="3554439"/>
            <a:ext cx="2081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คนละตัวแปรกัน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B61E6-C41A-44AF-0F5B-D0C1A60049CF}"/>
              </a:ext>
            </a:extLst>
          </p:cNvPr>
          <p:cNvSpPr txBox="1"/>
          <p:nvPr/>
        </p:nvSpPr>
        <p:spPr>
          <a:xfrm>
            <a:off x="500794" y="409112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Case Sensitive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01EC2-E841-D701-F358-87FCDAF3CC69}"/>
              </a:ext>
            </a:extLst>
          </p:cNvPr>
          <p:cNvSpPr txBox="1"/>
          <p:nvPr/>
        </p:nvSpPr>
        <p:spPr>
          <a:xfrm>
            <a:off x="1690168" y="5853427"/>
            <a:ext cx="8811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ประเด็นต่อเนื่อง ต้องระวัง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ชื่อ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file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ที่อ้างถึง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ถ้าพัฒนาบน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Windows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ไม่มี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Case Sensitive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แต่พอ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deploy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บน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Linux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มี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Case Sensitive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ทำให้ อาจเกิด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Error 404</a:t>
            </a: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EC335-7EC8-AE8D-46B0-520467F02ABA}"/>
              </a:ext>
            </a:extLst>
          </p:cNvPr>
          <p:cNvSpPr txBox="1"/>
          <p:nvPr/>
        </p:nvSpPr>
        <p:spPr>
          <a:xfrm>
            <a:off x="6048596" y="469566"/>
            <a:ext cx="3964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TestCaseSensitive.html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0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03B978-24E4-087A-7025-7135C69CC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4" y="777020"/>
            <a:ext cx="6350611" cy="5448749"/>
          </a:xfrm>
          <a:prstGeom prst="rect">
            <a:avLst/>
          </a:prstGeom>
        </p:spPr>
      </p:pic>
      <p:sp>
        <p:nvSpPr>
          <p:cNvPr id="2" name="Arrow: Left 1">
            <a:extLst>
              <a:ext uri="{FF2B5EF4-FFF2-40B4-BE49-F238E27FC236}">
                <a16:creationId xmlns:a16="http://schemas.microsoft.com/office/drawing/2014/main" id="{6A732FE6-16BF-EF70-2274-AE463D6FC539}"/>
              </a:ext>
            </a:extLst>
          </p:cNvPr>
          <p:cNvSpPr/>
          <p:nvPr/>
        </p:nvSpPr>
        <p:spPr>
          <a:xfrm>
            <a:off x="5943600" y="3771900"/>
            <a:ext cx="2400300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27C85E50-1F65-0B64-72EC-C0769CE82210}"/>
              </a:ext>
            </a:extLst>
          </p:cNvPr>
          <p:cNvSpPr/>
          <p:nvPr/>
        </p:nvSpPr>
        <p:spPr>
          <a:xfrm>
            <a:off x="5943600" y="5115727"/>
            <a:ext cx="2400300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815288A8-6018-AED0-998A-C4E265901E0B}"/>
              </a:ext>
            </a:extLst>
          </p:cNvPr>
          <p:cNvSpPr/>
          <p:nvPr/>
        </p:nvSpPr>
        <p:spPr>
          <a:xfrm>
            <a:off x="4311160" y="1524000"/>
            <a:ext cx="3478825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4FF98-9ADD-ED7C-D8F0-9145DAD0356E}"/>
              </a:ext>
            </a:extLst>
          </p:cNvPr>
          <p:cNvSpPr txBox="1"/>
          <p:nvPr/>
        </p:nvSpPr>
        <p:spPr>
          <a:xfrm>
            <a:off x="8761720" y="1563337"/>
            <a:ext cx="2448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ต้อง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บอกค่า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ตั้งแต่ตอนประกาศ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2870F-AD41-20EC-5C50-9B3F0ECA068F}"/>
              </a:ext>
            </a:extLst>
          </p:cNvPr>
          <p:cNvSpPr txBox="1"/>
          <p:nvPr/>
        </p:nvSpPr>
        <p:spPr>
          <a:xfrm>
            <a:off x="8365203" y="4252555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แก้ไข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ได้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8B66F-0E92-04DC-D428-27D39AD0A87F}"/>
              </a:ext>
            </a:extLst>
          </p:cNvPr>
          <p:cNvSpPr txBox="1"/>
          <p:nvPr/>
        </p:nvSpPr>
        <p:spPr>
          <a:xfrm>
            <a:off x="8437637" y="5543711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Assign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ค่าให้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ไม่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ได้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7E240-0FD2-7D6F-413A-51EEFD75E1C1}"/>
              </a:ext>
            </a:extLst>
          </p:cNvPr>
          <p:cNvSpPr txBox="1"/>
          <p:nvPr/>
        </p:nvSpPr>
        <p:spPr>
          <a:xfrm>
            <a:off x="1064235" y="111979"/>
            <a:ext cx="2769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let &amp; const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D7C8A-BC4E-EB69-C2F2-18C0F4D0A925}"/>
              </a:ext>
            </a:extLst>
          </p:cNvPr>
          <p:cNvSpPr txBox="1"/>
          <p:nvPr/>
        </p:nvSpPr>
        <p:spPr>
          <a:xfrm>
            <a:off x="7794500" y="1548140"/>
            <a:ext cx="1262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const</a:t>
            </a:r>
            <a:endParaRPr lang="th-TH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2FFC27C8-4B7A-BC82-827E-B01B35AE606B}"/>
              </a:ext>
            </a:extLst>
          </p:cNvPr>
          <p:cNvSpPr/>
          <p:nvPr/>
        </p:nvSpPr>
        <p:spPr>
          <a:xfrm>
            <a:off x="5319347" y="3139561"/>
            <a:ext cx="4050326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6F532-B521-11E4-7F79-A27D9E4EE306}"/>
              </a:ext>
            </a:extLst>
          </p:cNvPr>
          <p:cNvSpPr txBox="1"/>
          <p:nvPr/>
        </p:nvSpPr>
        <p:spPr>
          <a:xfrm>
            <a:off x="9422817" y="3151585"/>
            <a:ext cx="1262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96B24">
                    <a:lumMod val="60000"/>
                    <a:lumOff val="40000"/>
                  </a:srgbClr>
                </a:solidFill>
                <a:latin typeface="Kanit" pitchFamily="2" charset="-34"/>
                <a:cs typeface="Kanit" pitchFamily="2" charset="-34"/>
              </a:rPr>
              <a:t>let</a:t>
            </a:r>
            <a:endParaRPr lang="th-T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A46C4-5A65-83DA-BA47-41559A98F942}"/>
              </a:ext>
            </a:extLst>
          </p:cNvPr>
          <p:cNvSpPr txBox="1"/>
          <p:nvPr/>
        </p:nvSpPr>
        <p:spPr>
          <a:xfrm>
            <a:off x="9972872" y="3151585"/>
            <a:ext cx="1494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เปลี่ยนเป็น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อะไรก็ได้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F295BD-F37B-51B6-AE69-89A725AC9D16}"/>
              </a:ext>
            </a:extLst>
          </p:cNvPr>
          <p:cNvSpPr txBox="1"/>
          <p:nvPr/>
        </p:nvSpPr>
        <p:spPr>
          <a:xfrm>
            <a:off x="8358948" y="3796040"/>
            <a:ext cx="1262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const</a:t>
            </a:r>
            <a:endParaRPr lang="th-TH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2FD369-D172-AEAB-E5B9-7D301A836D92}"/>
              </a:ext>
            </a:extLst>
          </p:cNvPr>
          <p:cNvSpPr txBox="1"/>
          <p:nvPr/>
        </p:nvSpPr>
        <p:spPr>
          <a:xfrm>
            <a:off x="8425713" y="5112767"/>
            <a:ext cx="1262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const</a:t>
            </a:r>
            <a:endParaRPr lang="th-TH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BBFFE2-80F3-4519-07BE-4DBE406B534F}"/>
              </a:ext>
            </a:extLst>
          </p:cNvPr>
          <p:cNvSpPr txBox="1"/>
          <p:nvPr/>
        </p:nvSpPr>
        <p:spPr>
          <a:xfrm>
            <a:off x="7143750" y="334421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TestVariable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TH Sarabun New" panose="020B0500040200020003" pitchFamily="34" charset="-34"/>
              </a:rPr>
              <a:t>1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2201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09F98E-2299-554C-B711-13C8A8944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75" y="383929"/>
            <a:ext cx="2781300" cy="2933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9EEDD-DA37-7C1D-834C-8768F6E50E64}"/>
              </a:ext>
            </a:extLst>
          </p:cNvPr>
          <p:cNvSpPr txBox="1"/>
          <p:nvPr/>
        </p:nvSpPr>
        <p:spPr>
          <a:xfrm>
            <a:off x="3505115" y="1217062"/>
            <a:ext cx="3680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50"/>
                </a:solidFill>
                <a:latin typeface="Kanit" pitchFamily="2" charset="-34"/>
                <a:cs typeface="Kanit" pitchFamily="2" charset="-34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ในฟังค์ชั่น รู้จัก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ข้างนอก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7A8C09-6926-E353-8EA9-7D3DA4372285}"/>
              </a:ext>
            </a:extLst>
          </p:cNvPr>
          <p:cNvSpPr/>
          <p:nvPr/>
        </p:nvSpPr>
        <p:spPr>
          <a:xfrm>
            <a:off x="1018443" y="1312216"/>
            <a:ext cx="264346" cy="307731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826EDA-D170-BEB6-8007-52CD050C1D05}"/>
              </a:ext>
            </a:extLst>
          </p:cNvPr>
          <p:cNvSpPr/>
          <p:nvPr/>
        </p:nvSpPr>
        <p:spPr>
          <a:xfrm>
            <a:off x="1204546" y="645534"/>
            <a:ext cx="264346" cy="307731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9534F5-D279-63AC-0A61-85E1087935D4}"/>
              </a:ext>
            </a:extLst>
          </p:cNvPr>
          <p:cNvSpPr txBox="1"/>
          <p:nvPr/>
        </p:nvSpPr>
        <p:spPr>
          <a:xfrm>
            <a:off x="8253983" y="4152828"/>
            <a:ext cx="17668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Kanit" pitchFamily="2" charset="-34"/>
                <a:cs typeface="Kanit" pitchFamily="2" charset="-34"/>
              </a:rPr>
              <a:t>A</a:t>
            </a:r>
            <a:r>
              <a:rPr lang="en-US" sz="2400" dirty="0">
                <a:solidFill>
                  <a:prstClr val="black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th-TH" sz="2400" dirty="0">
                <a:solidFill>
                  <a:prstClr val="black"/>
                </a:solidFill>
                <a:latin typeface="Kanit" pitchFamily="2" charset="-34"/>
                <a:cs typeface="Kanit" pitchFamily="2" charset="-34"/>
              </a:rPr>
              <a:t>ข้างนอก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ในฟังค์ชั่น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C000"/>
                </a:solidFill>
                <a:latin typeface="Kanit" pitchFamily="2" charset="-34"/>
                <a:cs typeface="Kanit" pitchFamily="2" charset="-34"/>
              </a:rPr>
              <a:t>A</a:t>
            </a:r>
            <a:r>
              <a:rPr lang="th-TH" sz="2400" dirty="0">
                <a:solidFill>
                  <a:prstClr val="black"/>
                </a:solidFill>
                <a:latin typeface="Kanit" pitchFamily="2" charset="-34"/>
                <a:cs typeface="Kanit" pitchFamily="2" charset="-34"/>
              </a:rPr>
              <a:t> ใน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แต่ละ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{}</a:t>
            </a:r>
          </a:p>
          <a:p>
            <a:pPr lvl="0"/>
            <a:r>
              <a:rPr lang="th-TH" sz="2400" dirty="0">
                <a:solidFill>
                  <a:prstClr val="black"/>
                </a:solidFill>
                <a:latin typeface="Kanit" pitchFamily="2" charset="-34"/>
                <a:cs typeface="Kanit" pitchFamily="2" charset="-34"/>
              </a:rPr>
              <a:t>คนละตัวกัน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1E800-690A-CA78-7770-7699EC0FC566}"/>
              </a:ext>
            </a:extLst>
          </p:cNvPr>
          <p:cNvSpPr txBox="1"/>
          <p:nvPr/>
        </p:nvSpPr>
        <p:spPr>
          <a:xfrm>
            <a:off x="3731091" y="383929"/>
            <a:ext cx="2537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Block  {}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1F97BC-5BC0-1761-3CC9-D2230701DF30}"/>
              </a:ext>
            </a:extLst>
          </p:cNvPr>
          <p:cNvGrpSpPr/>
          <p:nvPr/>
        </p:nvGrpSpPr>
        <p:grpSpPr>
          <a:xfrm>
            <a:off x="5206223" y="2128435"/>
            <a:ext cx="2867025" cy="4457700"/>
            <a:chOff x="4239070" y="2181189"/>
            <a:chExt cx="2867025" cy="44577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81D83CF-C181-14C7-66BA-D168B9B1F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9070" y="2181189"/>
              <a:ext cx="2867025" cy="4457700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2FDE59B-25E0-B47E-28F2-BD052AAA3557}"/>
                </a:ext>
              </a:extLst>
            </p:cNvPr>
            <p:cNvSpPr/>
            <p:nvPr/>
          </p:nvSpPr>
          <p:spPr>
            <a:xfrm>
              <a:off x="4938510" y="3018690"/>
              <a:ext cx="264346" cy="307731"/>
            </a:xfrm>
            <a:prstGeom prst="roundRect">
              <a:avLst>
                <a:gd name="adj" fmla="val 3572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Cordia New" panose="020B0304020202020204" pitchFamily="34" charset="-34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3C20484-1AD2-9A87-0145-16EBF96EFAF2}"/>
                </a:ext>
              </a:extLst>
            </p:cNvPr>
            <p:cNvSpPr/>
            <p:nvPr/>
          </p:nvSpPr>
          <p:spPr>
            <a:xfrm>
              <a:off x="4771169" y="2367991"/>
              <a:ext cx="264346" cy="307731"/>
            </a:xfrm>
            <a:prstGeom prst="roundRect">
              <a:avLst>
                <a:gd name="adj" fmla="val 3572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Cordia New" panose="020B0304020202020204" pitchFamily="34" charset="-34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424498-ED2E-0015-A3CC-E9EAA1BC97C0}"/>
                </a:ext>
              </a:extLst>
            </p:cNvPr>
            <p:cNvSpPr/>
            <p:nvPr/>
          </p:nvSpPr>
          <p:spPr>
            <a:xfrm>
              <a:off x="5126081" y="3897851"/>
              <a:ext cx="264346" cy="307731"/>
            </a:xfrm>
            <a:prstGeom prst="roundRect">
              <a:avLst>
                <a:gd name="adj" fmla="val 3572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Cordia New" panose="020B0304020202020204" pitchFamily="34" charset="-34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3145D1F-D47B-D338-0E45-4D6C7DB59A08}"/>
              </a:ext>
            </a:extLst>
          </p:cNvPr>
          <p:cNvSpPr txBox="1"/>
          <p:nvPr/>
        </p:nvSpPr>
        <p:spPr>
          <a:xfrm>
            <a:off x="6639735" y="496418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TestVariable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TH Sarabun New" panose="020B0500040200020003" pitchFamily="34" charset="-34"/>
              </a:rPr>
              <a:t>2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FEE609-CBB7-7E98-827A-E26AC448F345}"/>
              </a:ext>
            </a:extLst>
          </p:cNvPr>
          <p:cNvSpPr txBox="1"/>
          <p:nvPr/>
        </p:nvSpPr>
        <p:spPr>
          <a:xfrm>
            <a:off x="8332213" y="2686082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TestVariable3.html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DF17E-A2D3-B661-6860-070381C1972F}"/>
              </a:ext>
            </a:extLst>
          </p:cNvPr>
          <p:cNvSpPr txBox="1"/>
          <p:nvPr/>
        </p:nvSpPr>
        <p:spPr>
          <a:xfrm>
            <a:off x="1018443" y="4622454"/>
            <a:ext cx="3448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ลองเปลี่ยนเป็น </a:t>
            </a:r>
            <a:r>
              <a:rPr lang="en-US" sz="5400" dirty="0">
                <a:solidFill>
                  <a:srgbClr val="00B0F0"/>
                </a:solidFill>
                <a:latin typeface="Kanit" pitchFamily="2" charset="-34"/>
                <a:cs typeface="Kanit" pitchFamily="2" charset="-34"/>
              </a:rPr>
              <a:t>var</a:t>
            </a:r>
            <a:endParaRPr lang="th-TH" dirty="0">
              <a:solidFill>
                <a:srgbClr val="00B0F0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3179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C2D2F-8606-C3FA-54EC-27C1348B5E1A}"/>
              </a:ext>
            </a:extLst>
          </p:cNvPr>
          <p:cNvSpPr txBox="1"/>
          <p:nvPr/>
        </p:nvSpPr>
        <p:spPr>
          <a:xfrm>
            <a:off x="882162" y="758301"/>
            <a:ext cx="232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ตัวแปร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มีอะไรบ้าง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D2B6E-AA6A-48E7-3148-23D83550349C}"/>
              </a:ext>
            </a:extLst>
          </p:cNvPr>
          <p:cNvSpPr txBox="1"/>
          <p:nvPr/>
        </p:nvSpPr>
        <p:spPr>
          <a:xfrm>
            <a:off x="1390866" y="1843013"/>
            <a:ext cx="2086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157C4-71F6-B62E-7CBF-2379EE5F3171}"/>
              </a:ext>
            </a:extLst>
          </p:cNvPr>
          <p:cNvSpPr txBox="1"/>
          <p:nvPr/>
        </p:nvSpPr>
        <p:spPr>
          <a:xfrm>
            <a:off x="5343642" y="1818640"/>
            <a:ext cx="2004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CC6D3-2517-DD27-DC00-E3E40CC76CAF}"/>
              </a:ext>
            </a:extLst>
          </p:cNvPr>
          <p:cNvSpPr txBox="1"/>
          <p:nvPr/>
        </p:nvSpPr>
        <p:spPr>
          <a:xfrm>
            <a:off x="9041206" y="1818640"/>
            <a:ext cx="2285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3FB73-5239-0A91-F4F6-F5A1C6C77A11}"/>
              </a:ext>
            </a:extLst>
          </p:cNvPr>
          <p:cNvSpPr txBox="1"/>
          <p:nvPr/>
        </p:nvSpPr>
        <p:spPr>
          <a:xfrm>
            <a:off x="1390866" y="3931365"/>
            <a:ext cx="30586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Undefined</a:t>
            </a:r>
            <a:endParaRPr lang="th-TH" sz="3600" b="1" dirty="0">
              <a:latin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5DF8E-7EED-760F-021F-B2A826854E7F}"/>
              </a:ext>
            </a:extLst>
          </p:cNvPr>
          <p:cNvSpPr txBox="1"/>
          <p:nvPr/>
        </p:nvSpPr>
        <p:spPr>
          <a:xfrm>
            <a:off x="6766042" y="3980190"/>
            <a:ext cx="30586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th-TH" sz="3600" b="1" dirty="0"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F91D6-7D7F-47DD-98D9-83823C4D2D3D}"/>
              </a:ext>
            </a:extLst>
          </p:cNvPr>
          <p:cNvSpPr txBox="1"/>
          <p:nvPr/>
        </p:nvSpPr>
        <p:spPr>
          <a:xfrm>
            <a:off x="575730" y="2464971"/>
            <a:ext cx="4063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name =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"Alice"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6CF3E-1B3D-72C4-5250-7DE00E62F8A4}"/>
              </a:ext>
            </a:extLst>
          </p:cNvPr>
          <p:cNvSpPr txBox="1"/>
          <p:nvPr/>
        </p:nvSpPr>
        <p:spPr>
          <a:xfrm>
            <a:off x="4632740" y="2431426"/>
            <a:ext cx="3685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amount =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CD209-9878-D0D3-6797-B7CD45FE63E2}"/>
              </a:ext>
            </a:extLst>
          </p:cNvPr>
          <p:cNvSpPr txBox="1"/>
          <p:nvPr/>
        </p:nvSpPr>
        <p:spPr>
          <a:xfrm>
            <a:off x="8440089" y="2354516"/>
            <a:ext cx="3751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marked =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680FA-94F4-83FA-30EC-B859F338D39E}"/>
              </a:ext>
            </a:extLst>
          </p:cNvPr>
          <p:cNvSpPr txBox="1"/>
          <p:nvPr/>
        </p:nvSpPr>
        <p:spPr>
          <a:xfrm>
            <a:off x="1574801" y="4670347"/>
            <a:ext cx="2952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value;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F6FA89-00D7-5C65-3BCE-C09FC30DD6A8}"/>
              </a:ext>
            </a:extLst>
          </p:cNvPr>
          <p:cNvSpPr txBox="1"/>
          <p:nvPr/>
        </p:nvSpPr>
        <p:spPr>
          <a:xfrm>
            <a:off x="7564897" y="4484213"/>
            <a:ext cx="2952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x =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5FE34-41B2-6AFF-0DE7-0348554CB6AD}"/>
              </a:ext>
            </a:extLst>
          </p:cNvPr>
          <p:cNvSpPr txBox="1"/>
          <p:nvPr/>
        </p:nvSpPr>
        <p:spPr>
          <a:xfrm>
            <a:off x="1574801" y="5046476"/>
            <a:ext cx="4500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GB" sz="2400" b="0" i="0" dirty="0" err="1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doNothing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{}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204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646C0-F821-7BDB-5FAC-750D09C7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661987"/>
            <a:ext cx="72866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8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833DC-EE5E-C6AC-D118-96F7D05E8BC3}"/>
              </a:ext>
            </a:extLst>
          </p:cNvPr>
          <p:cNvSpPr txBox="1"/>
          <p:nvPr/>
        </p:nvSpPr>
        <p:spPr>
          <a:xfrm>
            <a:off x="1482306" y="623813"/>
            <a:ext cx="2086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GB" sz="36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ymbol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EABB3-1C5A-8B75-491E-BE4014082C60}"/>
              </a:ext>
            </a:extLst>
          </p:cNvPr>
          <p:cNvSpPr txBox="1"/>
          <p:nvPr/>
        </p:nvSpPr>
        <p:spPr>
          <a:xfrm>
            <a:off x="667170" y="1245771"/>
            <a:ext cx="4504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GB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Symbol(‘id</a:t>
            </a:r>
            <a:r>
              <a:rPr lang="en-GB" sz="24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GB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0B217-FC14-C1F6-0C0A-798A04D9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06" y="2432367"/>
            <a:ext cx="8374238" cy="28406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06EF5D-FF48-1366-2E3D-36E55A7A0353}"/>
              </a:ext>
            </a:extLst>
          </p:cNvPr>
          <p:cNvSpPr txBox="1"/>
          <p:nvPr/>
        </p:nvSpPr>
        <p:spPr>
          <a:xfrm>
            <a:off x="6639735" y="496418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Symbol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11608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F29D7E-B1D2-4AB2-8330-43DD8BAE9825}"/>
              </a:ext>
            </a:extLst>
          </p:cNvPr>
          <p:cNvSpPr txBox="1"/>
          <p:nvPr/>
        </p:nvSpPr>
        <p:spPr>
          <a:xfrm>
            <a:off x="1482306" y="623813"/>
            <a:ext cx="2086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65E8E-62DD-AFD2-27B4-BA6029C09BCA}"/>
              </a:ext>
            </a:extLst>
          </p:cNvPr>
          <p:cNvSpPr txBox="1"/>
          <p:nvPr/>
        </p:nvSpPr>
        <p:spPr>
          <a:xfrm>
            <a:off x="667170" y="1245771"/>
            <a:ext cx="57844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let person =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0" i="0" dirty="0" err="1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"John",</a:t>
            </a:r>
          </a:p>
          <a:p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0" i="0" dirty="0" err="1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"Doe"</a:t>
            </a:r>
          </a:p>
          <a:p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r>
              <a:rPr lang="en-US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F0EFF-0D3B-5994-F70F-2617A557E7CC}"/>
              </a:ext>
            </a:extLst>
          </p:cNvPr>
          <p:cNvSpPr txBox="1"/>
          <p:nvPr/>
        </p:nvSpPr>
        <p:spPr>
          <a:xfrm>
            <a:off x="6257506" y="2411973"/>
            <a:ext cx="2086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D4B29-92A7-0009-BD7B-8B960DD40C94}"/>
              </a:ext>
            </a:extLst>
          </p:cNvPr>
          <p:cNvSpPr txBox="1"/>
          <p:nvPr/>
        </p:nvSpPr>
        <p:spPr>
          <a:xfrm>
            <a:off x="4084320" y="3033931"/>
            <a:ext cx="7142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 colors =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["red", "green", "blue"]</a:t>
            </a:r>
            <a:r>
              <a:rPr lang="en-US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th-TH" sz="2400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33FD1-A70B-0DD6-8420-2C991383C2AD}"/>
              </a:ext>
            </a:extLst>
          </p:cNvPr>
          <p:cNvSpPr txBox="1"/>
          <p:nvPr/>
        </p:nvSpPr>
        <p:spPr>
          <a:xfrm>
            <a:off x="2296160" y="4224506"/>
            <a:ext cx="2756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endParaRPr lang="th-TH" sz="3600" dirty="0"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82B60-19BE-012C-3484-0E89589CB6A9}"/>
              </a:ext>
            </a:extLst>
          </p:cNvPr>
          <p:cNvSpPr txBox="1"/>
          <p:nvPr/>
        </p:nvSpPr>
        <p:spPr>
          <a:xfrm>
            <a:off x="792480" y="4846464"/>
            <a:ext cx="7142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B0F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let g = </a:t>
            </a:r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function greet(name) {</a:t>
            </a:r>
          </a:p>
          <a:p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return "Hello, " + name;</a:t>
            </a:r>
          </a:p>
          <a:p>
            <a:r>
              <a:rPr lang="en-US" sz="2400" b="0" i="0" dirty="0">
                <a:solidFill>
                  <a:srgbClr val="FFC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}</a:t>
            </a:r>
            <a:endParaRPr lang="th-TH" sz="2400" dirty="0">
              <a:solidFill>
                <a:srgbClr val="FFC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4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8BFF8-BAE0-ADD0-5F60-D1EB784F2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77" y="1323657"/>
            <a:ext cx="9986347" cy="49552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94783C-7FE6-261A-809C-5CEF66890BBF}"/>
              </a:ext>
            </a:extLst>
          </p:cNvPr>
          <p:cNvSpPr txBox="1"/>
          <p:nvPr/>
        </p:nvSpPr>
        <p:spPr>
          <a:xfrm>
            <a:off x="6639735" y="496418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09903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AC3E04-7F3B-0A9A-1A54-F7EC56F3B698}"/>
              </a:ext>
            </a:extLst>
          </p:cNvPr>
          <p:cNvSpPr txBox="1"/>
          <p:nvPr/>
        </p:nvSpPr>
        <p:spPr>
          <a:xfrm>
            <a:off x="6639735" y="496418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15570-A7FA-8B1B-F022-E8FFA7A7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42" y="987424"/>
            <a:ext cx="8011478" cy="547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8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236309-123E-476C-EE00-BC5585465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" y="1370647"/>
            <a:ext cx="9343916" cy="446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6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51719B-1999-A903-89C6-D34A5A0074B4}"/>
              </a:ext>
            </a:extLst>
          </p:cNvPr>
          <p:cNvSpPr/>
          <p:nvPr/>
        </p:nvSpPr>
        <p:spPr>
          <a:xfrm>
            <a:off x="1855176" y="1659903"/>
            <a:ext cx="2559293" cy="4651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ED65D1-CB15-92DA-9DFE-449965C2AB0A}"/>
              </a:ext>
            </a:extLst>
          </p:cNvPr>
          <p:cNvSpPr/>
          <p:nvPr/>
        </p:nvSpPr>
        <p:spPr>
          <a:xfrm>
            <a:off x="2004646" y="1803075"/>
            <a:ext cx="2294792" cy="931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2CFE8-B5B9-7545-BAF2-CF0FBF429F36}"/>
              </a:ext>
            </a:extLst>
          </p:cNvPr>
          <p:cNvSpPr/>
          <p:nvPr/>
        </p:nvSpPr>
        <p:spPr>
          <a:xfrm>
            <a:off x="1970208" y="2877423"/>
            <a:ext cx="2329229" cy="2414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C2951-0D15-89BB-3624-82B04363CEA4}"/>
              </a:ext>
            </a:extLst>
          </p:cNvPr>
          <p:cNvSpPr/>
          <p:nvPr/>
        </p:nvSpPr>
        <p:spPr>
          <a:xfrm>
            <a:off x="1970207" y="5427276"/>
            <a:ext cx="2329229" cy="778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614A4-7C8D-091C-C9FF-CADC70EE48FE}"/>
              </a:ext>
            </a:extLst>
          </p:cNvPr>
          <p:cNvSpPr txBox="1"/>
          <p:nvPr/>
        </p:nvSpPr>
        <p:spPr>
          <a:xfrm>
            <a:off x="2164372" y="1974583"/>
            <a:ext cx="1881555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&lt;script 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="script1.js"&gt;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&lt;/script&gt;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571C2-FC4D-CF3B-5F87-1FD3C52088B0}"/>
              </a:ext>
            </a:extLst>
          </p:cNvPr>
          <p:cNvSpPr txBox="1"/>
          <p:nvPr/>
        </p:nvSpPr>
        <p:spPr>
          <a:xfrm>
            <a:off x="2164371" y="3119265"/>
            <a:ext cx="1881555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&lt;script 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="script2.js"&gt;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&lt;/script&gt;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1CAA9B-B95F-75FB-D98D-698FEB0D746C}"/>
              </a:ext>
            </a:extLst>
          </p:cNvPr>
          <p:cNvSpPr txBox="1"/>
          <p:nvPr/>
        </p:nvSpPr>
        <p:spPr>
          <a:xfrm>
            <a:off x="2164370" y="5495956"/>
            <a:ext cx="1881555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&lt;script 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="script1.js"&gt;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&lt;/script&gt;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74E3BC-265D-72F0-C125-CD0CE0F327CC}"/>
              </a:ext>
            </a:extLst>
          </p:cNvPr>
          <p:cNvSpPr/>
          <p:nvPr/>
        </p:nvSpPr>
        <p:spPr>
          <a:xfrm>
            <a:off x="6229424" y="1659903"/>
            <a:ext cx="2559293" cy="11517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E80B97-5689-D6B9-25B6-4F7CB5FC2E3B}"/>
              </a:ext>
            </a:extLst>
          </p:cNvPr>
          <p:cNvSpPr/>
          <p:nvPr/>
        </p:nvSpPr>
        <p:spPr>
          <a:xfrm>
            <a:off x="6378894" y="1803074"/>
            <a:ext cx="2294792" cy="9319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F1EC7A-1840-2BF9-E2FD-452AC0D6F173}"/>
              </a:ext>
            </a:extLst>
          </p:cNvPr>
          <p:cNvSpPr/>
          <p:nvPr/>
        </p:nvSpPr>
        <p:spPr>
          <a:xfrm>
            <a:off x="6344454" y="2906566"/>
            <a:ext cx="2329229" cy="2414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F54B9-6BA9-04EE-D1EC-9E19F86E763D}"/>
              </a:ext>
            </a:extLst>
          </p:cNvPr>
          <p:cNvSpPr/>
          <p:nvPr/>
        </p:nvSpPr>
        <p:spPr>
          <a:xfrm>
            <a:off x="6344455" y="5427275"/>
            <a:ext cx="2329229" cy="778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C1EA37-0BD7-CC34-8CFF-72173890C1E1}"/>
              </a:ext>
            </a:extLst>
          </p:cNvPr>
          <p:cNvSpPr txBox="1"/>
          <p:nvPr/>
        </p:nvSpPr>
        <p:spPr>
          <a:xfrm>
            <a:off x="6538620" y="2056277"/>
            <a:ext cx="1881555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&lt;script type= 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module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="script1.js"&gt;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&lt;/script&gt;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DAAEE9-BEEF-9F3E-B2A1-85A795E6EF34}"/>
              </a:ext>
            </a:extLst>
          </p:cNvPr>
          <p:cNvSpPr txBox="1"/>
          <p:nvPr/>
        </p:nvSpPr>
        <p:spPr>
          <a:xfrm>
            <a:off x="6620682" y="3167041"/>
            <a:ext cx="1881555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&lt;script type= 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module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="script2.js"&gt;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&lt;/script&gt;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3CBBFA-0E64-D070-21BD-80576AC4CEA4}"/>
              </a:ext>
            </a:extLst>
          </p:cNvPr>
          <p:cNvSpPr txBox="1"/>
          <p:nvPr/>
        </p:nvSpPr>
        <p:spPr>
          <a:xfrm>
            <a:off x="6611892" y="5540957"/>
            <a:ext cx="1881555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&lt;script type= 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module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="script3.js"&gt;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&lt;/script&gt;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27A098-D5A0-049F-7312-FDF0B95AE30C}"/>
              </a:ext>
            </a:extLst>
          </p:cNvPr>
          <p:cNvSpPr/>
          <p:nvPr/>
        </p:nvSpPr>
        <p:spPr>
          <a:xfrm>
            <a:off x="6229421" y="2886511"/>
            <a:ext cx="2559293" cy="2464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DAB37C-C9B0-D228-37F7-75677E1EE040}"/>
              </a:ext>
            </a:extLst>
          </p:cNvPr>
          <p:cNvSpPr/>
          <p:nvPr/>
        </p:nvSpPr>
        <p:spPr>
          <a:xfrm>
            <a:off x="6229421" y="5383230"/>
            <a:ext cx="2559293" cy="9278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7" name="Right Bracket 26">
            <a:extLst>
              <a:ext uri="{FF2B5EF4-FFF2-40B4-BE49-F238E27FC236}">
                <a16:creationId xmlns:a16="http://schemas.microsoft.com/office/drawing/2014/main" id="{2E55E0AD-12FC-402C-9440-DC269E702B0B}"/>
              </a:ext>
            </a:extLst>
          </p:cNvPr>
          <p:cNvSpPr/>
          <p:nvPr/>
        </p:nvSpPr>
        <p:spPr>
          <a:xfrm>
            <a:off x="8945510" y="2387778"/>
            <a:ext cx="480647" cy="1301261"/>
          </a:xfrm>
          <a:prstGeom prst="rightBracke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CDB86D-0D10-D01B-E5FE-CC81691E4220}"/>
              </a:ext>
            </a:extLst>
          </p:cNvPr>
          <p:cNvSpPr txBox="1"/>
          <p:nvPr/>
        </p:nvSpPr>
        <p:spPr>
          <a:xfrm>
            <a:off x="9185833" y="1855828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Export A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62DF63-7723-6E6D-A236-7DB42C4CD2B2}"/>
              </a:ext>
            </a:extLst>
          </p:cNvPr>
          <p:cNvSpPr txBox="1"/>
          <p:nvPr/>
        </p:nvSpPr>
        <p:spPr>
          <a:xfrm>
            <a:off x="9185833" y="3689039"/>
            <a:ext cx="1385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Import A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5AB5C-2789-A6AE-007C-AAB0E19B6F63}"/>
              </a:ext>
            </a:extLst>
          </p:cNvPr>
          <p:cNvSpPr txBox="1"/>
          <p:nvPr/>
        </p:nvSpPr>
        <p:spPr>
          <a:xfrm>
            <a:off x="3869346" y="551165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Module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Script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37819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DB65CD-CBC8-E61B-1F4E-D10F0F210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571" y="1748790"/>
            <a:ext cx="6722021" cy="2416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F6607D-0CB3-D675-538A-FFEB0755C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69" y="1748790"/>
            <a:ext cx="3787699" cy="1156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4133C4-D177-2039-93E8-B9BED4685485}"/>
              </a:ext>
            </a:extLst>
          </p:cNvPr>
          <p:cNvSpPr txBox="1"/>
          <p:nvPr/>
        </p:nvSpPr>
        <p:spPr>
          <a:xfrm>
            <a:off x="5062571" y="1348680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Module1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85035-ED0B-D863-E4EA-A0EB3A4EB070}"/>
              </a:ext>
            </a:extLst>
          </p:cNvPr>
          <p:cNvSpPr txBox="1"/>
          <p:nvPr/>
        </p:nvSpPr>
        <p:spPr>
          <a:xfrm>
            <a:off x="665655" y="1201708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Module1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20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2803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A6E04-D501-872B-9BF4-70768C21B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605" y="2092961"/>
            <a:ext cx="6360795" cy="2206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D16396-F454-CC18-C6E8-DC9441BCE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57" y="2092960"/>
            <a:ext cx="4045466" cy="1239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AB5F7-B2AC-88AC-C089-8CD9DDA71BA3}"/>
              </a:ext>
            </a:extLst>
          </p:cNvPr>
          <p:cNvSpPr txBox="1"/>
          <p:nvPr/>
        </p:nvSpPr>
        <p:spPr>
          <a:xfrm>
            <a:off x="5062571" y="1348680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Module2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5CB61-B391-75EC-3CF1-460748C36B7E}"/>
              </a:ext>
            </a:extLst>
          </p:cNvPr>
          <p:cNvSpPr txBox="1"/>
          <p:nvPr/>
        </p:nvSpPr>
        <p:spPr>
          <a:xfrm>
            <a:off x="665655" y="1201708"/>
            <a:ext cx="31027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Module2</a:t>
            </a:r>
            <a:r>
              <a:rPr lang="en-GB" sz="20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20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</a:t>
            </a:r>
            <a:endParaRPr lang="th-TH" sz="2000" dirty="0">
              <a:solidFill>
                <a:srgbClr val="00B0F0"/>
              </a:solidFill>
              <a:latin typeface="Courier New" panose="02070309020205020404" pitchFamily="49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01964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3907D9-A239-911A-D5E6-E9A5C69801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65" y="855418"/>
            <a:ext cx="8099437" cy="5466251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66789A0A-FA59-9EB6-3F0A-5A9047F3798C}"/>
              </a:ext>
            </a:extLst>
          </p:cNvPr>
          <p:cNvSpPr/>
          <p:nvPr/>
        </p:nvSpPr>
        <p:spPr>
          <a:xfrm>
            <a:off x="3477451" y="2891273"/>
            <a:ext cx="5868772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2162D-30BE-B2F3-9008-35CE9F509B1F}"/>
              </a:ext>
            </a:extLst>
          </p:cNvPr>
          <p:cNvSpPr txBox="1"/>
          <p:nvPr/>
        </p:nvSpPr>
        <p:spPr>
          <a:xfrm>
            <a:off x="9436180" y="2939562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async function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02E0BD1C-A8DC-71F6-5525-6B080681381D}"/>
              </a:ext>
            </a:extLst>
          </p:cNvPr>
          <p:cNvSpPr/>
          <p:nvPr/>
        </p:nvSpPr>
        <p:spPr>
          <a:xfrm>
            <a:off x="8212014" y="3588543"/>
            <a:ext cx="1134209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3D1931D-6738-443E-13CB-10E31B2FDDE3}"/>
              </a:ext>
            </a:extLst>
          </p:cNvPr>
          <p:cNvSpPr/>
          <p:nvPr/>
        </p:nvSpPr>
        <p:spPr>
          <a:xfrm>
            <a:off x="4627683" y="4195211"/>
            <a:ext cx="4718540" cy="57150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27196C-0C4A-3388-9D27-FACDC0C2268D}"/>
              </a:ext>
            </a:extLst>
          </p:cNvPr>
          <p:cNvSpPr/>
          <p:nvPr/>
        </p:nvSpPr>
        <p:spPr>
          <a:xfrm>
            <a:off x="905738" y="3093496"/>
            <a:ext cx="536200" cy="307731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AB1A40-BCF8-EA80-2DC5-DA2EE0EC157A}"/>
              </a:ext>
            </a:extLst>
          </p:cNvPr>
          <p:cNvSpPr/>
          <p:nvPr/>
        </p:nvSpPr>
        <p:spPr>
          <a:xfrm>
            <a:off x="2967627" y="3683918"/>
            <a:ext cx="536200" cy="307731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18C702-1B35-FDE5-607E-F7255618FF8E}"/>
              </a:ext>
            </a:extLst>
          </p:cNvPr>
          <p:cNvSpPr/>
          <p:nvPr/>
        </p:nvSpPr>
        <p:spPr>
          <a:xfrm>
            <a:off x="2636450" y="4293516"/>
            <a:ext cx="536200" cy="307731"/>
          </a:xfrm>
          <a:prstGeom prst="roundRect">
            <a:avLst>
              <a:gd name="adj" fmla="val 357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9AF673-FC5C-E0D5-1F06-5D255D5499AD}"/>
              </a:ext>
            </a:extLst>
          </p:cNvPr>
          <p:cNvSpPr txBox="1"/>
          <p:nvPr/>
        </p:nvSpPr>
        <p:spPr>
          <a:xfrm>
            <a:off x="9682363" y="3606950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await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852B95-A032-E554-977F-4F48547E7EE8}"/>
              </a:ext>
            </a:extLst>
          </p:cNvPr>
          <p:cNvSpPr txBox="1"/>
          <p:nvPr/>
        </p:nvSpPr>
        <p:spPr>
          <a:xfrm>
            <a:off x="9682362" y="4195211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await again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A4FA57-9812-34EA-55B8-C70407014756}"/>
              </a:ext>
            </a:extLst>
          </p:cNvPr>
          <p:cNvGrpSpPr/>
          <p:nvPr/>
        </p:nvGrpSpPr>
        <p:grpSpPr>
          <a:xfrm>
            <a:off x="3798277" y="4160043"/>
            <a:ext cx="3098977" cy="2303510"/>
            <a:chOff x="3798277" y="4160043"/>
            <a:chExt cx="5046785" cy="189785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D6F9D3-5871-FC1D-9AAB-C3CF0272EB23}"/>
                </a:ext>
              </a:extLst>
            </p:cNvPr>
            <p:cNvCxnSpPr/>
            <p:nvPr/>
          </p:nvCxnSpPr>
          <p:spPr>
            <a:xfrm flipH="1" flipV="1">
              <a:off x="3798277" y="4160043"/>
              <a:ext cx="1459523" cy="18978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49F508-010E-C85C-E20F-2F314FADA208}"/>
                </a:ext>
              </a:extLst>
            </p:cNvPr>
            <p:cNvCxnSpPr/>
            <p:nvPr/>
          </p:nvCxnSpPr>
          <p:spPr>
            <a:xfrm>
              <a:off x="5257800" y="6057900"/>
              <a:ext cx="358726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96A7D39-571E-D0BD-37B7-75CE275B3948}"/>
              </a:ext>
            </a:extLst>
          </p:cNvPr>
          <p:cNvSpPr txBox="1"/>
          <p:nvPr/>
        </p:nvSpPr>
        <p:spPr>
          <a:xfrm>
            <a:off x="7109381" y="5941338"/>
            <a:ext cx="51459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Example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of how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console.log can make program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error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B8DD8A-1305-8A17-4828-527C7BD60A77}"/>
              </a:ext>
            </a:extLst>
          </p:cNvPr>
          <p:cNvSpPr txBox="1"/>
          <p:nvPr/>
        </p:nvSpPr>
        <p:spPr>
          <a:xfrm>
            <a:off x="3062522" y="238087"/>
            <a:ext cx="3490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async / await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DC4FF-A5FC-3B4F-1E73-E135DB81D56F}"/>
              </a:ext>
            </a:extLst>
          </p:cNvPr>
          <p:cNvSpPr txBox="1"/>
          <p:nvPr/>
        </p:nvSpPr>
        <p:spPr>
          <a:xfrm>
            <a:off x="7371080" y="227589"/>
            <a:ext cx="3260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TestAsync.html</a:t>
            </a:r>
            <a:endParaRPr lang="th-TH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455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8B39C-158D-EEB7-63D9-1ED6C650276F}"/>
              </a:ext>
            </a:extLst>
          </p:cNvPr>
          <p:cNvSpPr txBox="1"/>
          <p:nvPr/>
        </p:nvSpPr>
        <p:spPr>
          <a:xfrm>
            <a:off x="827322" y="674967"/>
            <a:ext cx="6213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3600" dirty="0">
                <a:solidFill>
                  <a:srgbClr val="196B24">
                    <a:lumMod val="60000"/>
                    <a:lumOff val="40000"/>
                  </a:srgbClr>
                </a:solidFill>
                <a:latin typeface="Kanit" pitchFamily="2" charset="-34"/>
                <a:cs typeface="Kanit" pitchFamily="2" charset="-34"/>
              </a:rPr>
              <a:t>ก่อนหน้าที่จะมี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async / await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6BE317-FDED-4499-31B6-3E41BBD85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977" y="1480502"/>
            <a:ext cx="4655503" cy="1683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889318-8567-A30A-BC3D-56A441C1DF57}"/>
              </a:ext>
            </a:extLst>
          </p:cNvPr>
          <p:cNvSpPr txBox="1"/>
          <p:nvPr/>
        </p:nvSpPr>
        <p:spPr>
          <a:xfrm>
            <a:off x="583482" y="3560407"/>
            <a:ext cx="6213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3600" dirty="0">
                <a:solidFill>
                  <a:srgbClr val="196B24">
                    <a:lumMod val="60000"/>
                    <a:lumOff val="40000"/>
                  </a:srgbClr>
                </a:solidFill>
                <a:latin typeface="Kanit" pitchFamily="2" charset="-34"/>
                <a:cs typeface="Kanit" pitchFamily="2" charset="-34"/>
              </a:rPr>
              <a:t>หลังจากมี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async / await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6075F3-25AE-8A5C-3EEF-0B3B3936C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976" y="4351754"/>
            <a:ext cx="3537903" cy="219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96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126A29-9910-3736-84EC-6388BA4B62A9}"/>
              </a:ext>
            </a:extLst>
          </p:cNvPr>
          <p:cNvSpPr txBox="1"/>
          <p:nvPr/>
        </p:nvSpPr>
        <p:spPr>
          <a:xfrm>
            <a:off x="944880" y="5765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endParaRPr lang="th-TH" dirty="0">
              <a:latin typeface="Courier New" panose="020703090202050204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C78CC1-89A0-8983-3966-862685AF26F9}"/>
              </a:ext>
            </a:extLst>
          </p:cNvPr>
          <p:cNvSpPr/>
          <p:nvPr/>
        </p:nvSpPr>
        <p:spPr>
          <a:xfrm>
            <a:off x="1158240" y="1567190"/>
            <a:ext cx="1168400" cy="733784"/>
          </a:xfrm>
          <a:prstGeom prst="round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Start 1</a:t>
            </a:r>
            <a:endParaRPr lang="th-TH" sz="24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D73D24-EB83-CE0B-4C04-FCCE8413E6FC}"/>
              </a:ext>
            </a:extLst>
          </p:cNvPr>
          <p:cNvSpPr/>
          <p:nvPr/>
        </p:nvSpPr>
        <p:spPr>
          <a:xfrm>
            <a:off x="1158240" y="2695216"/>
            <a:ext cx="1168400" cy="733784"/>
          </a:xfrm>
          <a:prstGeom prst="round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Stop 1</a:t>
            </a:r>
            <a:endParaRPr lang="th-TH" sz="24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A096F-3A60-9CD8-063A-731872E88D1E}"/>
              </a:ext>
            </a:extLst>
          </p:cNvPr>
          <p:cNvSpPr/>
          <p:nvPr/>
        </p:nvSpPr>
        <p:spPr>
          <a:xfrm>
            <a:off x="3474720" y="1336882"/>
            <a:ext cx="5006262" cy="31335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Move and Click Mouse Here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F507C-7B53-2FBD-74A8-C7E53B11A069}"/>
              </a:ext>
            </a:extLst>
          </p:cNvPr>
          <p:cNvSpPr txBox="1"/>
          <p:nvPr/>
        </p:nvSpPr>
        <p:spPr>
          <a:xfrm>
            <a:off x="7357783" y="1526814"/>
            <a:ext cx="891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Area</a:t>
            </a:r>
            <a:endParaRPr lang="th-TH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5D158-5774-A0B1-8304-5A4857C6F34E}"/>
              </a:ext>
            </a:extLst>
          </p:cNvPr>
          <p:cNvSpPr txBox="1"/>
          <p:nvPr/>
        </p:nvSpPr>
        <p:spPr>
          <a:xfrm>
            <a:off x="2293542" y="4897651"/>
            <a:ext cx="765309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mousemove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393F8-D207-FED9-97C7-770A190D4F4B}"/>
              </a:ext>
            </a:extLst>
          </p:cNvPr>
          <p:cNvSpPr txBox="1"/>
          <p:nvPr/>
        </p:nvSpPr>
        <p:spPr>
          <a:xfrm>
            <a:off x="2293542" y="5266983"/>
            <a:ext cx="7653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GB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3D8C49DC-C902-C5F2-6595-3601A22B78A8}"/>
              </a:ext>
            </a:extLst>
          </p:cNvPr>
          <p:cNvSpPr/>
          <p:nvPr/>
        </p:nvSpPr>
        <p:spPr>
          <a:xfrm>
            <a:off x="2092327" y="4929672"/>
            <a:ext cx="294640" cy="733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87E98F9-64A5-1AE6-11C2-2545DDD48B76}"/>
              </a:ext>
            </a:extLst>
          </p:cNvPr>
          <p:cNvCxnSpPr>
            <a:cxnSpLocks/>
            <a:stCxn id="6" idx="1"/>
            <a:endCxn id="13" idx="1"/>
          </p:cNvCxnSpPr>
          <p:nvPr/>
        </p:nvCxnSpPr>
        <p:spPr>
          <a:xfrm rot="10800000" flipH="1" flipV="1">
            <a:off x="1158239" y="1934082"/>
            <a:ext cx="934087" cy="3362482"/>
          </a:xfrm>
          <a:prstGeom prst="bentConnector3">
            <a:avLst>
              <a:gd name="adj1" fmla="val -24473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4566A57-BD0F-7D9C-5AAB-A8E6B79E63F8}"/>
              </a:ext>
            </a:extLst>
          </p:cNvPr>
          <p:cNvSpPr/>
          <p:nvPr/>
        </p:nvSpPr>
        <p:spPr>
          <a:xfrm>
            <a:off x="7803514" y="3860801"/>
            <a:ext cx="2163930" cy="1285228"/>
          </a:xfrm>
          <a:custGeom>
            <a:avLst/>
            <a:gdLst>
              <a:gd name="connsiteX0" fmla="*/ 132080 w 1575284"/>
              <a:gd name="connsiteY0" fmla="*/ 1645920 h 1680481"/>
              <a:gd name="connsiteX1" fmla="*/ 1574800 w 1575284"/>
              <a:gd name="connsiteY1" fmla="*/ 1463040 h 1680481"/>
              <a:gd name="connsiteX2" fmla="*/ 0 w 1575284"/>
              <a:gd name="connsiteY2" fmla="*/ 0 h 1680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284" h="1680481">
                <a:moveTo>
                  <a:pt x="132080" y="1645920"/>
                </a:moveTo>
                <a:cubicBezTo>
                  <a:pt x="864446" y="1691640"/>
                  <a:pt x="1596813" y="1737360"/>
                  <a:pt x="1574800" y="1463040"/>
                </a:cubicBezTo>
                <a:cubicBezTo>
                  <a:pt x="1552787" y="1188720"/>
                  <a:pt x="776393" y="594360"/>
                  <a:pt x="0" y="0"/>
                </a:cubicBez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lgDash"/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30E395F-8028-66ED-CFE4-015C39DBFA20}"/>
              </a:ext>
            </a:extLst>
          </p:cNvPr>
          <p:cNvSpPr/>
          <p:nvPr/>
        </p:nvSpPr>
        <p:spPr>
          <a:xfrm>
            <a:off x="7437120" y="3525520"/>
            <a:ext cx="2995933" cy="1995598"/>
          </a:xfrm>
          <a:custGeom>
            <a:avLst/>
            <a:gdLst>
              <a:gd name="connsiteX0" fmla="*/ 0 w 2305053"/>
              <a:gd name="connsiteY0" fmla="*/ 2448560 h 2586562"/>
              <a:gd name="connsiteX1" fmla="*/ 2184400 w 2305053"/>
              <a:gd name="connsiteY1" fmla="*/ 2428240 h 2586562"/>
              <a:gd name="connsiteX2" fmla="*/ 1859280 w 2305053"/>
              <a:gd name="connsiteY2" fmla="*/ 853440 h 2586562"/>
              <a:gd name="connsiteX3" fmla="*/ 487680 w 2305053"/>
              <a:gd name="connsiteY3" fmla="*/ 0 h 258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053" h="2586562">
                <a:moveTo>
                  <a:pt x="0" y="2448560"/>
                </a:moveTo>
                <a:cubicBezTo>
                  <a:pt x="937260" y="2571326"/>
                  <a:pt x="1874520" y="2694093"/>
                  <a:pt x="2184400" y="2428240"/>
                </a:cubicBezTo>
                <a:cubicBezTo>
                  <a:pt x="2494280" y="2162387"/>
                  <a:pt x="2142067" y="1258147"/>
                  <a:pt x="1859280" y="853440"/>
                </a:cubicBezTo>
                <a:cubicBezTo>
                  <a:pt x="1576493" y="448733"/>
                  <a:pt x="1032086" y="224366"/>
                  <a:pt x="487680" y="0"/>
                </a:cubicBezTo>
              </a:path>
            </a:pathLst>
          </a:custGeom>
          <a:noFill/>
          <a:ln>
            <a:solidFill>
              <a:srgbClr val="00B050"/>
            </a:solidFill>
            <a:prstDash val="lgDash"/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2C64C3-D662-3F91-FEAF-984AD194AC13}"/>
              </a:ext>
            </a:extLst>
          </p:cNvPr>
          <p:cNvSpPr txBox="1"/>
          <p:nvPr/>
        </p:nvSpPr>
        <p:spPr>
          <a:xfrm>
            <a:off x="5956534" y="3813312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something 1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0603C3-1207-FA09-31D4-418224026BD6}"/>
              </a:ext>
            </a:extLst>
          </p:cNvPr>
          <p:cNvSpPr txBox="1"/>
          <p:nvPr/>
        </p:nvSpPr>
        <p:spPr>
          <a:xfrm>
            <a:off x="6186129" y="3348372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something 2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BDCB3AC5-9049-30E7-2CEB-ACF30ACBE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7069" y="3276637"/>
            <a:ext cx="711839" cy="711839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A431567-6633-ADC0-A00C-C0160A0CE096}"/>
              </a:ext>
            </a:extLst>
          </p:cNvPr>
          <p:cNvCxnSpPr>
            <a:cxnSpLocks/>
            <a:stCxn id="7" idx="1"/>
            <a:endCxn id="38" idx="1"/>
          </p:cNvCxnSpPr>
          <p:nvPr/>
        </p:nvCxnSpPr>
        <p:spPr>
          <a:xfrm rot="10800000" flipH="1" flipV="1">
            <a:off x="1158240" y="3062108"/>
            <a:ext cx="1125142" cy="3245200"/>
          </a:xfrm>
          <a:prstGeom prst="bentConnector3">
            <a:avLst>
              <a:gd name="adj1" fmla="val -54631"/>
            </a:avLst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608C2D3-8383-734E-D341-478ED09C5801}"/>
              </a:ext>
            </a:extLst>
          </p:cNvPr>
          <p:cNvSpPr txBox="1"/>
          <p:nvPr/>
        </p:nvSpPr>
        <p:spPr>
          <a:xfrm>
            <a:off x="2578022" y="5912078"/>
            <a:ext cx="765309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mousemove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9FA829-26D5-BF07-1C45-22433F137790}"/>
              </a:ext>
            </a:extLst>
          </p:cNvPr>
          <p:cNvSpPr txBox="1"/>
          <p:nvPr/>
        </p:nvSpPr>
        <p:spPr>
          <a:xfrm>
            <a:off x="2578022" y="6281410"/>
            <a:ext cx="7653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GB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C73B203F-C592-511B-4458-FF22BC6B3C99}"/>
              </a:ext>
            </a:extLst>
          </p:cNvPr>
          <p:cNvSpPr/>
          <p:nvPr/>
        </p:nvSpPr>
        <p:spPr>
          <a:xfrm>
            <a:off x="2283382" y="5986171"/>
            <a:ext cx="294640" cy="64227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5978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2C61-ADA5-453E-C572-218A0010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939C84-0DA6-E794-FBF4-DBF05DB48771}"/>
              </a:ext>
            </a:extLst>
          </p:cNvPr>
          <p:cNvSpPr txBox="1"/>
          <p:nvPr/>
        </p:nvSpPr>
        <p:spPr>
          <a:xfrm>
            <a:off x="944880" y="5765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endParaRPr lang="th-TH" dirty="0">
              <a:latin typeface="Courier New" panose="020703090202050204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E98918-F547-9FF1-FD36-AA33761B3CEC}"/>
              </a:ext>
            </a:extLst>
          </p:cNvPr>
          <p:cNvSpPr/>
          <p:nvPr/>
        </p:nvSpPr>
        <p:spPr>
          <a:xfrm>
            <a:off x="1158240" y="1567190"/>
            <a:ext cx="1168400" cy="733784"/>
          </a:xfrm>
          <a:prstGeom prst="round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Start 2</a:t>
            </a:r>
            <a:endParaRPr lang="th-TH" sz="2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C54D-4CCE-4E41-BC19-B5885204E8CD}"/>
              </a:ext>
            </a:extLst>
          </p:cNvPr>
          <p:cNvSpPr/>
          <p:nvPr/>
        </p:nvSpPr>
        <p:spPr>
          <a:xfrm>
            <a:off x="3474720" y="1336882"/>
            <a:ext cx="5006262" cy="31335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Move and Click Mouse Here</a:t>
            </a:r>
            <a:endParaRPr lang="th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55DBB-3F01-C7AB-54B1-B676430C0162}"/>
              </a:ext>
            </a:extLst>
          </p:cNvPr>
          <p:cNvSpPr txBox="1"/>
          <p:nvPr/>
        </p:nvSpPr>
        <p:spPr>
          <a:xfrm>
            <a:off x="2293542" y="4897651"/>
            <a:ext cx="765309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mousemove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functionC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DBF817-89C0-802A-A0AF-F5535E0FDA45}"/>
              </a:ext>
            </a:extLst>
          </p:cNvPr>
          <p:cNvSpPr txBox="1"/>
          <p:nvPr/>
        </p:nvSpPr>
        <p:spPr>
          <a:xfrm>
            <a:off x="2293542" y="5266983"/>
            <a:ext cx="7653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GB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functionD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F4825D1A-92F7-8D7A-EBA2-94BA06007FDC}"/>
              </a:ext>
            </a:extLst>
          </p:cNvPr>
          <p:cNvSpPr/>
          <p:nvPr/>
        </p:nvSpPr>
        <p:spPr>
          <a:xfrm>
            <a:off x="2092327" y="4929672"/>
            <a:ext cx="294640" cy="733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01281A3-56CA-CBCA-5F01-0FD9BC1CE178}"/>
              </a:ext>
            </a:extLst>
          </p:cNvPr>
          <p:cNvCxnSpPr>
            <a:cxnSpLocks/>
            <a:stCxn id="6" idx="1"/>
            <a:endCxn id="13" idx="1"/>
          </p:cNvCxnSpPr>
          <p:nvPr/>
        </p:nvCxnSpPr>
        <p:spPr>
          <a:xfrm rot="10800000" flipH="1" flipV="1">
            <a:off x="1158239" y="1934082"/>
            <a:ext cx="934087" cy="3362482"/>
          </a:xfrm>
          <a:prstGeom prst="bentConnector3">
            <a:avLst>
              <a:gd name="adj1" fmla="val -24473"/>
            </a:avLst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045E434-3363-4888-0ED6-DB306CE76D94}"/>
              </a:ext>
            </a:extLst>
          </p:cNvPr>
          <p:cNvSpPr/>
          <p:nvPr/>
        </p:nvSpPr>
        <p:spPr>
          <a:xfrm>
            <a:off x="7803514" y="3988475"/>
            <a:ext cx="2163930" cy="1157553"/>
          </a:xfrm>
          <a:custGeom>
            <a:avLst/>
            <a:gdLst>
              <a:gd name="connsiteX0" fmla="*/ 132080 w 1575284"/>
              <a:gd name="connsiteY0" fmla="*/ 1645920 h 1680481"/>
              <a:gd name="connsiteX1" fmla="*/ 1574800 w 1575284"/>
              <a:gd name="connsiteY1" fmla="*/ 1463040 h 1680481"/>
              <a:gd name="connsiteX2" fmla="*/ 0 w 1575284"/>
              <a:gd name="connsiteY2" fmla="*/ 0 h 1680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5284" h="1680481">
                <a:moveTo>
                  <a:pt x="132080" y="1645920"/>
                </a:moveTo>
                <a:cubicBezTo>
                  <a:pt x="864446" y="1691640"/>
                  <a:pt x="1596813" y="1737360"/>
                  <a:pt x="1574800" y="1463040"/>
                </a:cubicBezTo>
                <a:cubicBezTo>
                  <a:pt x="1552787" y="1188720"/>
                  <a:pt x="776393" y="594360"/>
                  <a:pt x="0" y="0"/>
                </a:cubicBez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lgDash"/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D395F0A-27EA-7AF8-32FB-A5B1D53EECDD}"/>
              </a:ext>
            </a:extLst>
          </p:cNvPr>
          <p:cNvSpPr/>
          <p:nvPr/>
        </p:nvSpPr>
        <p:spPr>
          <a:xfrm>
            <a:off x="7437120" y="3525520"/>
            <a:ext cx="2995933" cy="1995598"/>
          </a:xfrm>
          <a:custGeom>
            <a:avLst/>
            <a:gdLst>
              <a:gd name="connsiteX0" fmla="*/ 0 w 2305053"/>
              <a:gd name="connsiteY0" fmla="*/ 2448560 h 2586562"/>
              <a:gd name="connsiteX1" fmla="*/ 2184400 w 2305053"/>
              <a:gd name="connsiteY1" fmla="*/ 2428240 h 2586562"/>
              <a:gd name="connsiteX2" fmla="*/ 1859280 w 2305053"/>
              <a:gd name="connsiteY2" fmla="*/ 853440 h 2586562"/>
              <a:gd name="connsiteX3" fmla="*/ 487680 w 2305053"/>
              <a:gd name="connsiteY3" fmla="*/ 0 h 258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053" h="2586562">
                <a:moveTo>
                  <a:pt x="0" y="2448560"/>
                </a:moveTo>
                <a:cubicBezTo>
                  <a:pt x="937260" y="2571326"/>
                  <a:pt x="1874520" y="2694093"/>
                  <a:pt x="2184400" y="2428240"/>
                </a:cubicBezTo>
                <a:cubicBezTo>
                  <a:pt x="2494280" y="2162387"/>
                  <a:pt x="2142067" y="1258147"/>
                  <a:pt x="1859280" y="853440"/>
                </a:cubicBezTo>
                <a:cubicBezTo>
                  <a:pt x="1576493" y="448733"/>
                  <a:pt x="1032086" y="224366"/>
                  <a:pt x="487680" y="0"/>
                </a:cubicBezTo>
              </a:path>
            </a:pathLst>
          </a:custGeom>
          <a:noFill/>
          <a:ln>
            <a:solidFill>
              <a:srgbClr val="00B050"/>
            </a:solidFill>
            <a:prstDash val="lgDash"/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173494-0A4F-221F-C057-F64BD34BA565}"/>
              </a:ext>
            </a:extLst>
          </p:cNvPr>
          <p:cNvSpPr txBox="1"/>
          <p:nvPr/>
        </p:nvSpPr>
        <p:spPr>
          <a:xfrm>
            <a:off x="5956534" y="3813312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something 3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30886-075D-BC27-396B-E994C4687C92}"/>
              </a:ext>
            </a:extLst>
          </p:cNvPr>
          <p:cNvSpPr txBox="1"/>
          <p:nvPr/>
        </p:nvSpPr>
        <p:spPr>
          <a:xfrm>
            <a:off x="6186129" y="3348372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 something 4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BE5F442F-9221-BEB4-BCD5-E058FC5A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7069" y="3276637"/>
            <a:ext cx="711839" cy="71183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E64C7CD-F031-C88F-876A-9CBFBD20024F}"/>
              </a:ext>
            </a:extLst>
          </p:cNvPr>
          <p:cNvSpPr txBox="1"/>
          <p:nvPr/>
        </p:nvSpPr>
        <p:spPr>
          <a:xfrm>
            <a:off x="2578022" y="5912078"/>
            <a:ext cx="6149418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mousemove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functionA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0BEFD5-5346-3A05-AFE8-6B15703115E5}"/>
              </a:ext>
            </a:extLst>
          </p:cNvPr>
          <p:cNvSpPr txBox="1"/>
          <p:nvPr/>
        </p:nvSpPr>
        <p:spPr>
          <a:xfrm>
            <a:off x="2578022" y="6281410"/>
            <a:ext cx="59970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removeEventListener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GB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GB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th-TH" sz="1600" dirty="0">
              <a:latin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D2CC8-CAB7-F5F0-7564-3C98DA8192A9}"/>
              </a:ext>
            </a:extLst>
          </p:cNvPr>
          <p:cNvSpPr txBox="1"/>
          <p:nvPr/>
        </p:nvSpPr>
        <p:spPr>
          <a:xfrm>
            <a:off x="7357783" y="1526814"/>
            <a:ext cx="891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Area</a:t>
            </a:r>
            <a:endParaRPr lang="th-TH" dirty="0">
              <a:solidFill>
                <a:srgbClr val="00B0F0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86D5B28-64CD-6911-7C33-A77DB46AC328}"/>
              </a:ext>
            </a:extLst>
          </p:cNvPr>
          <p:cNvSpPr/>
          <p:nvPr/>
        </p:nvSpPr>
        <p:spPr>
          <a:xfrm>
            <a:off x="8727440" y="5912078"/>
            <a:ext cx="274320" cy="7078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998101D-C8EA-1F73-26FE-D1BE3344700E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>
            <a:off x="7589600" y="4847510"/>
            <a:ext cx="2830672" cy="6351"/>
          </a:xfrm>
          <a:prstGeom prst="bentConnector4">
            <a:avLst>
              <a:gd name="adj1" fmla="val 318"/>
              <a:gd name="adj2" fmla="val -27975610"/>
            </a:avLst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55B354-082C-0805-3FCF-34914837B860}"/>
              </a:ext>
            </a:extLst>
          </p:cNvPr>
          <p:cNvSpPr txBox="1"/>
          <p:nvPr/>
        </p:nvSpPr>
        <p:spPr>
          <a:xfrm>
            <a:off x="8885479" y="2133393"/>
            <a:ext cx="30639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dirty="0">
                <a:latin typeface="Kanit" pitchFamily="2" charset="-34"/>
                <a:cs typeface="Kanit" pitchFamily="2" charset="-34"/>
              </a:rPr>
              <a:t>เงื่อนไข เช่น</a:t>
            </a:r>
            <a:br>
              <a:rPr lang="th-TH" sz="1800" dirty="0">
                <a:latin typeface="Kanit" pitchFamily="2" charset="-34"/>
                <a:cs typeface="Kanit" pitchFamily="2" charset="-34"/>
              </a:rPr>
            </a:br>
            <a:r>
              <a:rPr lang="th-TH" sz="1800" dirty="0">
                <a:latin typeface="Kanit" pitchFamily="2" charset="-34"/>
                <a:cs typeface="Kanit" pitchFamily="2" charset="-34"/>
              </a:rPr>
              <a:t>- คลิกครบ 2 ครั้ง หรือ </a:t>
            </a:r>
          </a:p>
          <a:p>
            <a:pPr marL="182563" indent="-182563">
              <a:buFontTx/>
              <a:buChar char="-"/>
            </a:pPr>
            <a:r>
              <a:rPr lang="th-TH" sz="1800" dirty="0">
                <a:latin typeface="Kanit" pitchFamily="2" charset="-34"/>
                <a:cs typeface="Kanit" pitchFamily="2" charset="-34"/>
              </a:rPr>
              <a:t>คลิกขวา หรือ</a:t>
            </a:r>
          </a:p>
          <a:p>
            <a:pPr marL="182563" indent="-182563">
              <a:buFontTx/>
              <a:buChar char="-"/>
            </a:pPr>
            <a:r>
              <a:rPr lang="en-US" sz="1800" dirty="0" err="1">
                <a:latin typeface="Kanit" pitchFamily="2" charset="-34"/>
                <a:cs typeface="Kanit" pitchFamily="2" charset="-34"/>
              </a:rPr>
              <a:t>addEventListener</a:t>
            </a:r>
            <a:r>
              <a:rPr lang="en-US" sz="1800" dirty="0">
                <a:latin typeface="Kanit" pitchFamily="2" charset="-34"/>
                <a:cs typeface="Kanit" pitchFamily="2" charset="-34"/>
              </a:rPr>
              <a:t> </a:t>
            </a:r>
            <a:r>
              <a:rPr lang="en-US" sz="1800" dirty="0" err="1">
                <a:latin typeface="Kanit" pitchFamily="2" charset="-34"/>
                <a:cs typeface="Kanit" pitchFamily="2" charset="-34"/>
              </a:rPr>
              <a:t>dblclick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928F08-7E6B-2445-8590-785C28D152C1}"/>
              </a:ext>
            </a:extLst>
          </p:cNvPr>
          <p:cNvSpPr txBox="1"/>
          <p:nvPr/>
        </p:nvSpPr>
        <p:spPr>
          <a:xfrm>
            <a:off x="5887086" y="40568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TestaddEventListener.html</a:t>
            </a:r>
            <a:endParaRPr lang="th-TH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04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5702</TotalTime>
  <Words>529</Words>
  <Application>Microsoft Office PowerPoint</Application>
  <PresentationFormat>Widescreen</PresentationFormat>
  <Paragraphs>135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Kanit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หาญชัย อู๋</dc:creator>
  <cp:lastModifiedBy>หาญชัย อู๋</cp:lastModifiedBy>
  <cp:revision>5</cp:revision>
  <dcterms:created xsi:type="dcterms:W3CDTF">2025-08-29T07:04:18Z</dcterms:created>
  <dcterms:modified xsi:type="dcterms:W3CDTF">2026-02-26T07:58:10Z</dcterms:modified>
</cp:coreProperties>
</file>